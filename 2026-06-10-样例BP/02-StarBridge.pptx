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StarBridge · 低轨卫星物联网星座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为远洋渔业、矿业与应急通信提供低成本卫星物联网回传。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4F8CFF"/>
                </a:solidFill>
                <a:latin typeface="Microsoft YaHei"/>
              </a:rPr>
              <a:t>创始人：陈曜    |    赛道：航天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0142B"/>
                </a:solidFill>
                <a:latin typeface="Microsoft YaHei"/>
              </a:rPr>
              <a:t>6颗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在轨试验星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0142B"/>
                </a:solidFill>
                <a:latin typeface="Microsoft YaHei"/>
              </a:rPr>
              <a:t>1/3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单星成本 vs 行业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0142B"/>
                </a:solidFill>
                <a:latin typeface="Microsoft YaHei"/>
              </a:rPr>
              <a:t>2.3亿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已签意向订单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全球卫星 IoT 市场百亿美元级，年增速 34%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当前 3 家付费客户，已签 2.3 亿意向订单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B 轮拟融资 3 亿，用于发射 36 星组网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主要风险：发射排期与频谱协调存在不确定性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