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280160"/>
            <a:ext cx="320040" cy="320040"/>
          </a:xfrm>
          <a:prstGeom prst="ellipse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EchoPod · AI播客双语内容引擎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CFD8E6"/>
                </a:solidFill>
                <a:latin typeface="Microsoft YaHei"/>
              </a:rPr>
              <a:t>一键将深度文章转为双语播客，创作者工具 + 内容分发双边网络。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4F8CFF"/>
                </a:solidFill>
                <a:latin typeface="Microsoft YaHei"/>
              </a:rPr>
              <a:t>创始人：江晚晴    |    赛道：内容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22A33"/>
                </a:solidFill>
                <a:latin typeface="Microsoft YaHei"/>
              </a:rPr>
              <a:t>关键数据与进展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A1040"/>
                </a:solidFill>
                <a:latin typeface="Microsoft YaHei"/>
              </a:rPr>
              <a:t>12万期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4个月生成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A1040"/>
                </a:solidFill>
                <a:latin typeface="Microsoft YaHei"/>
              </a:rPr>
              <a:t>18万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MAU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A1040"/>
                </a:solidFill>
                <a:latin typeface="Microsoft YaHei"/>
              </a:rPr>
              <a:t>6%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付费率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上线 4 个月，节目月增长 40%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商业模式：订阅 + 分发分成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双边网络效应初现，模型能力部分依赖第三方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天使+ 轮拟融资 1500 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