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CodePilot X · 企业级AI研发效能平台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面向千人以上研发团队的私有化AI编程与代码评审平台，支持国产化部署。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8B5CF6"/>
                </a:solidFill>
                <a:latin typeface="Microsoft YaHei"/>
              </a:rPr>
              <a:t>创始人：何北辰    |    赛道：AI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21B33"/>
                </a:solidFill>
                <a:latin typeface="Microsoft YaHei"/>
              </a:rPr>
              <a:t>12家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金融/央企客户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21B33"/>
                </a:solidFill>
                <a:latin typeface="Microsoft YaHei"/>
              </a:rPr>
              <a:t>3600万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ARR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21B33"/>
                </a:solidFill>
                <a:latin typeface="Microsoft YaHei"/>
              </a:rPr>
              <a:t>128%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净收入留存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订单均价 300 万，已签 12 家金融与央企客户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支持私有化部署与代码安全合规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商业模式：订阅制 + 私有化实施费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B 轮拟融资 1.5 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