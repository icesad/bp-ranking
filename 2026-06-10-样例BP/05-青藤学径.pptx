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青藤学径 · 乡村青少年科学教育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“公益+商业”双轮：城市付费科学营收入反哺乡村学校科学教室。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Microsoft YaHei"/>
              </a:rPr>
              <a:t>创始人：阿依古丽    |    赛道：教育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B3A2B"/>
                </a:solidFill>
                <a:latin typeface="Microsoft YaHei"/>
              </a:rPr>
              <a:t>86间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乡村科学教室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B3A2B"/>
                </a:solidFill>
                <a:latin typeface="Microsoft YaHei"/>
              </a:rPr>
              <a:t>3.2万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服务学生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B3A2B"/>
                </a:solidFill>
                <a:latin typeface="Microsoft YaHei"/>
              </a:rPr>
              <a:t>2400万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年收入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城市营地课程客单价 6800 元，毛利率 45%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乡村教室运营成本由商业收入全覆盖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企业 ESG 共建作为第二收入来源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拟融资千万级，用于课程数字化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