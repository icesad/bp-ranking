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02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南海芯链 · 车规级碳化硅功率模块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车规级SiC功率模块设计与封测，已进入主机厂供应链。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290B0"/>
                </a:solidFill>
                <a:latin typeface="Microsoft YaHei"/>
              </a:rPr>
              <a:t>创始人：欧阳澈    |    赛道：硬件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9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2433"/>
                </a:solidFill>
                <a:latin typeface="Microsoft YaHei"/>
              </a:rPr>
              <a:t>5万套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月产能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9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2433"/>
                </a:solidFill>
                <a:latin typeface="Microsoft YaHei"/>
              </a:rPr>
              <a:t>8000万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年营收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9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2433"/>
                </a:solidFill>
                <a:latin typeface="Microsoft YaHei"/>
              </a:rPr>
              <a:t>3.2亿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在手订单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已进入两家新势力车企二供名单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毛利率 32%，国产 SiC 渗透率不足 15%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商业模式：Fabless + 封测自建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B 轮拟融资 2.5 亿，用于扩产能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