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1280160"/>
            <a:ext cx="320040" cy="32004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icrosoft YaHei"/>
              </a:rPr>
              <a:t>味觉实验室 · 功能性零食DTC品牌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CFD8E6"/>
                </a:solidFill>
                <a:latin typeface="Microsoft YaHei"/>
              </a:rPr>
              <a:t>主打“益生菌+低GI”的功能性零食品牌，全渠道经营。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12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F96167"/>
                </a:solidFill>
                <a:latin typeface="Microsoft YaHei"/>
              </a:rPr>
              <a:t>创始人：苏蔓    |    赛道：消费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22A33"/>
                </a:solidFill>
                <a:latin typeface="Microsoft YaHei"/>
              </a:rPr>
              <a:t>关键数据与进展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3566160" cy="1554480"/>
          </a:xfrm>
          <a:prstGeom prst="roundRect">
            <a:avLst/>
          </a:prstGeom>
          <a:solidFill>
            <a:srgbClr val="F3F5F9"/>
          </a:solidFill>
          <a:ln w="15875"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55648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6D2E46"/>
                </a:solidFill>
                <a:latin typeface="Microsoft YaHei"/>
              </a:rPr>
              <a:t>2800万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6B7686"/>
                </a:solidFill>
                <a:latin typeface="Microsoft YaHei"/>
              </a:rPr>
              <a:t>月 GMV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554480"/>
            <a:ext cx="3566160" cy="1554480"/>
          </a:xfrm>
          <a:prstGeom prst="roundRect">
            <a:avLst/>
          </a:prstGeom>
          <a:solidFill>
            <a:srgbClr val="F3F5F9"/>
          </a:solidFill>
          <a:ln w="15875"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1755648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6D2E46"/>
                </a:solidFill>
                <a:latin typeface="Microsoft YaHei"/>
              </a:rPr>
              <a:t>41%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6B7686"/>
                </a:solidFill>
                <a:latin typeface="Microsoft YaHei"/>
              </a:rPr>
              <a:t>复购率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554480"/>
            <a:ext cx="3566160" cy="1554480"/>
          </a:xfrm>
          <a:prstGeom prst="roundRect">
            <a:avLst/>
          </a:prstGeom>
          <a:solidFill>
            <a:srgbClr val="F3F5F9"/>
          </a:solidFill>
          <a:ln w="15875"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755648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6D2E46"/>
                </a:solidFill>
                <a:latin typeface="Microsoft YaHei"/>
              </a:rPr>
              <a:t>58%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6B7686"/>
                </a:solidFill>
                <a:latin typeface="Microsoft YaHei"/>
              </a:rPr>
              <a:t>毛利率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097280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22A33"/>
                </a:solidFill>
                <a:latin typeface="Microsoft YaHei"/>
              </a:rPr>
              <a:t>•  私域沉淀 120 万会员用户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A33"/>
                </a:solidFill>
                <a:latin typeface="Microsoft YaHei"/>
              </a:rPr>
              <a:t>•  已实现单月盈利，毛利率 58%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A33"/>
                </a:solidFill>
                <a:latin typeface="Microsoft YaHei"/>
              </a:rPr>
              <a:t>•  DTC + 线下精品商超双渠道，获客成本持续下降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A33"/>
                </a:solidFill>
                <a:latin typeface="Microsoft YaHei"/>
              </a:rPr>
              <a:t>•  A+ 轮拟融资 8000 万，用于自建工厂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