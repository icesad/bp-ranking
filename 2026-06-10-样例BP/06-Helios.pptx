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2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1280160"/>
            <a:ext cx="320040" cy="320040"/>
          </a:xfrm>
          <a:prstGeom prst="ellipse">
            <a:avLst/>
          </a:prstGeom>
          <a:solidFill>
            <a:srgbClr val="FBA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</a:rPr>
              <a:t>Helios · 钙钛矿叠层电池中试线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CFD8E6"/>
                </a:solidFill>
                <a:latin typeface="Microsoft YaHei"/>
              </a:rPr>
              <a:t>钙钛矿/晶硅叠层电池研发与中试，瞄准分布式光伏增量市场。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FBA224"/>
                </a:solidFill>
                <a:latin typeface="Microsoft YaHei"/>
              </a:rPr>
              <a:t>创始人：赵铭远    |    赛道：新能源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22A33"/>
                </a:solidFill>
                <a:latin typeface="Microsoft YaHei"/>
              </a:rPr>
              <a:t>关键数据与进展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FBA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3A2408"/>
                </a:solidFill>
                <a:latin typeface="Microsoft YaHei"/>
              </a:rPr>
              <a:t>33.2%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实验室效率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FBA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3A2408"/>
                </a:solidFill>
                <a:latin typeface="Microsoft YaHei"/>
              </a:rPr>
              <a:t>72%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中试线良率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FBA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3A2408"/>
                </a:solidFill>
                <a:latin typeface="Microsoft YaHei"/>
              </a:rPr>
              <a:t>12项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核心专利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自建 10MW 中试线，已跑通良率 72%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已获两家组件厂联合开发协议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若量产良率达 85%，度电成本下降 30%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Pre-B 轮拟融资 2 亿；风险：量产爬坡资金需求大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