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28016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灵犀智诊 · AI多模态基层医疗诊断助手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CFD8E6"/>
                </a:solidFill>
                <a:latin typeface="Microsoft YaHei"/>
              </a:rPr>
              <a:t>面向县域基层医院的AI辅助诊断SaaS，融合影像、问诊语音与电子病历的大模型分析。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02C39A"/>
                </a:solidFill>
                <a:latin typeface="Microsoft YaHei"/>
              </a:rPr>
              <a:t>创始人：林一舟    |    赛道：医疗健康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22A33"/>
                </a:solidFill>
                <a:latin typeface="Microsoft YaHei"/>
              </a:rPr>
              <a:t>关键数据与进展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B3D3B"/>
                </a:solidFill>
                <a:latin typeface="Microsoft YaHei"/>
              </a:rPr>
              <a:t>37家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已覆盖医院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B3D3B"/>
                </a:solidFill>
                <a:latin typeface="Microsoft YaHei"/>
              </a:rPr>
              <a:t>1200万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ARR（年）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B3D3B"/>
                </a:solidFill>
                <a:latin typeface="Microsoft YaHei"/>
              </a:rPr>
              <a:t>92%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续费率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月活医生 4200 人，累计标注病例数据 28 万例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按床位订阅收费，通过省级卫健系统渠道获客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当前 ARR 1200 万、月增长 15%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A 轮拟融资 5000 万，目标 12 个月内扩展至 200 家医院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